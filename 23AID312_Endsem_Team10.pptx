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182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3474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47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23AID312  ·  Reinforcement Learning  ·  Team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5488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75488" y="176479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Task-Allocation Reinforcement Learning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Autonomous Routing &amp; Execution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2606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RL  ·  Dueling DQN  ·  Heterogeneous AGV &amp; Picker Coordination  ·  Battery Dynamics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999232"/>
            <a:ext cx="1572768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04495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+ Pickers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0" y="2999232"/>
            <a:ext cx="1572768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04495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Env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13632" y="2999232"/>
            <a:ext cx="1572768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304495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13632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32704" y="2999232"/>
            <a:ext cx="1572768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304495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Eps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32704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51776" y="2999232"/>
            <a:ext cx="1572768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A5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304495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51776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828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Project Evaluation  | 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Contents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8580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685800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795528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777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formulation, novelty, real-world motivation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47872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36592" y="68580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685800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795528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9512" y="777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9512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papers, contributions, gaps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28432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1481328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148132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1591056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pipeline, component diagram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47872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1481328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48132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9744" y="1591056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9512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architecture, design rationale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28432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2276856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2276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" y="2386584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agents, training loop, dashboard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47872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36592" y="2276856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2276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9744" y="2386584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39512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39512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step(), learn(), shaping, observation builder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28432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" y="3072384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307238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9184" y="3182112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895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curves, policy comparison, agent metrics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547872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16–19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36592" y="3072384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36592" y="307238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9744" y="3182112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974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39512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3951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choices, ablation evidence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028432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20–21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3867912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56032" y="3867912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9184" y="3977640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8952" y="3959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Limitations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58952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gaps, future scope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47872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22–23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36592" y="3867912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736592" y="3867912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09744" y="3977640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9744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39512" y="3959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Viva Prep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239512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Bellman, ε-greedy, credit assignment, MARL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028432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6032" y="4663440"/>
            <a:ext cx="4315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56032" y="4663440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" y="4773168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58952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58952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papers with links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547872" y="5010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Novelty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Problem Statement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94944"/>
            <a:ext cx="50292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740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Manual Dispatch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10149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operators fail to adapt allocation to changing battery levels, order queues, and congestion — leading to idle AGVs and late deliveries.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581912"/>
            <a:ext cx="50292" cy="65836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627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Conflicts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" y="19019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approaches route AGVs to the nearest order ignoring battery state. Fleet-wide depletion creates deadlock.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468880"/>
            <a:ext cx="5029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Agent Roles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" y="2788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execute deliveries; pickers assist at docks. No prior RWARE benchmark includes asymmetric role-based reward.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355848"/>
            <a:ext cx="5029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Reward / Credit Assignment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2336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separate ACT action the agent must learn a 4-step sequence. Credit for early actions is only realised steps later.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59552" y="658368"/>
            <a:ext cx="3337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59552" y="658368"/>
            <a:ext cx="3337560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768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Novelties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87568" y="1170432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11704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dynamics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138988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drain/recharge with 20% threshold override — not in RWARE baseline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87568" y="1792224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179222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roles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2011680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delivers, Picker earns assist reward near dock — asymmetric reward design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87568" y="2414016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241401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Auto-pickup/drop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263347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onto rack/goal triggers transition — removes ACT action bottleneck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87568" y="3035808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89320" y="303580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order injection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9320" y="325526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every N steps during the episode — non-stationary demand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87568" y="3657600"/>
            <a:ext cx="237744" cy="237744"/>
          </a:xfrm>
          <a:prstGeom prst="roundRect">
            <a:avLst>
              <a:gd name="adj" fmla="val 19230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89320" y="365760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89320" y="387705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policy comparison &amp; live animation — not present in prior work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Action · Transition · Reward · Discount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MDP Formulation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658368"/>
            <a:ext cx="5074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658368"/>
            <a:ext cx="507492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68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= (S, A, T, R, γ)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44752" y="11247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normalised vector per agent: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0-4: pos(x,y), battery, carrying, phase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5-7: target Δx, Δy, Manhattan dist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8-11: rack + goal coords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12-19: 4 pending order racks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20-31: 4 nearest agents (Δx,Δy,carrying)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 32-56: local 5×5 grid view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737360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373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44752" y="1746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5: N / S / E / W / WAIT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auto-triggers on rack arrival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auto-triggers on goal arrival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59152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591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 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44752" y="2368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given joint state + action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0.4/move, 0.1/idle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 (&lt;20%): DQN overridden → charger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inject every 120 steps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80944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809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44752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Delivery+32, Pickup+8, Progress+0.6/unit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Move-away−1.2, Collision−1, Step−0.012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empty−6, Assist+2.5, Team+55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846320" cy="9144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02736"/>
            <a:ext cx="1024128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027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 γ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44752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 — values future deliveries strongly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still penalising battery waste soon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486400" y="658368"/>
            <a:ext cx="340156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658368"/>
            <a:ext cx="3401568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768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 Rationale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4416" y="1115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delivery_complete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912864" y="1115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+32.0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06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pickup — strong terminal signal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14416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pickup_item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912864" y="1444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for reaching rack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14416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912864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0664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guidance per unit closer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14416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move_away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912864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0664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progress — stops oscillation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14416" y="2432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912864" y="2432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0664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wall/agent/rack penalty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614416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time_step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912864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06640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steps → −7.2 total pressure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14416" y="3090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battery_empty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912864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06640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 deliveries lost — severe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614416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picker_assist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912864" y="3419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3419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proximity incentive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14416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team_bonus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912864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+55.0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0664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completion signal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Papers — Contributions &amp; Gaps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Literature Survey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4206240"/>
        </p:xfrm>
        <a:graphic>
          <a:graphicData uri="http://schemas.openxmlformats.org/drawingml/2006/table">
            <a:tbl>
              <a:tblPr/>
              <a:tblGrid>
                <a:gridCol w="164592"/>
                <a:gridCol w="960120"/>
                <a:gridCol w="1600200"/>
                <a:gridCol w="804672"/>
                <a:gridCol w="1874520"/>
                <a:gridCol w="1508760"/>
                <a:gridCol w="95097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Authors/Year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Relevance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Mnih (2015)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Human-Level Control via DQN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end-to-end DRL with replay &amp; target net — foundational backbone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Single-agent; no logistics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1312.5602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Network Architectures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V+A decomposition used directly in TA-RWARE backbone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Atari only; no MARL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1511.06581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Hasselt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Q-Learning (DDQN)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Decouples selection &amp; evaluation — used in target updates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MARL/logistics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1509.06461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Schaul (2016)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Experience Replay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TD-error priority sampling — planned TA-RWARE upgrade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uniform replay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1511.05952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Christianos (2020)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SEAC + RWARE Benchmark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RWARE env — inspired TA-RWARE environment design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AC; DQN unexplored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2006.07169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Papoudakis (2021)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MARL Algos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 2021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 benchmark — informed our baseline evaluation protocol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battery/picker agents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2006.14884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Krnjaic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MARL Warehouse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2212.11498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MARL for AGV+picker — closest prior work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battery; no dashboard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2212.11498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Gankin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 DQN for AGV Routing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 AI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DQN+replay for grid AGV routing — validates DQN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type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doi.org/10.3389/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frobt.2022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(2023)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Energy-Efficient AGV MARL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MDPI/PMC 2023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Energy-min MARL routing — motivates battery reward design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pickers; no shaping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ncbi.nlm.nih.gov/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PMC10047393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Löffler (2022)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Picker Routing in AGV Systems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J.Comp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picker-AGV routing — motivates picker assist reward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approach; not RL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doi.org/10.1287/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ijoc.2021.1104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DRL Pipeline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System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658368"/>
            <a:ext cx="15544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 grid · racks · goals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· battery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956816" y="658368"/>
            <a:ext cx="155448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20824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20824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per agent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view + orders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0" y="658368"/>
            <a:ext cx="155448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21608" y="731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21608" y="11612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V+A → Q(s,a)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657600" y="1737360"/>
            <a:ext cx="1554480" cy="914400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21608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21608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transitions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sampling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956816" y="1737360"/>
            <a:ext cx="15544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20824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20824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actions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eval modes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56032" y="1737360"/>
            <a:ext cx="1554480" cy="914400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18105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224028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TensorBoard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artifacts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155448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956816" y="2816352"/>
            <a:ext cx="1554480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20824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20824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Manhattan-distance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657600" y="2816352"/>
            <a:ext cx="1554480" cy="914400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21608" y="28895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21608" y="3319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Greedy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810512" y="1042416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11296" y="1042416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61688" y="1572768"/>
            <a:ext cx="146304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11296" y="2121408"/>
            <a:ext cx="274320" cy="146304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10512" y="2121408"/>
            <a:ext cx="274320" cy="146304"/>
          </a:xfrm>
          <a:prstGeom prst="lef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2651760"/>
            <a:ext cx="146304" cy="164592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11296" y="320040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19656" y="8778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233672" y="142646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486400" y="658368"/>
            <a:ext cx="3401568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0" y="658368"/>
            <a:ext cx="34015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768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14416" y="1143000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11795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Override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05856" y="14173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batt &lt; 20%, DQN overridden — agent routes to charger automatically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14416" y="1801368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05856" y="18379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Auto-Pickup/Drop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05856" y="207568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onto rack/goal triggers transition — no ACT action, removes bottleneck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14416" y="2459736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05856" y="24963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05856" y="2734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its own DQNAgent — no weight sharing between roles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614416" y="3118104"/>
            <a:ext cx="5029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05856" y="31546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Injection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05856" y="339242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every 120 steps — non-stationary demand during episode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 rot="16200000">
            <a:off x="5276088" y="9784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Interact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 rot="16200000">
            <a:off x="5276088" y="20574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Learn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 rot="16200000">
            <a:off x="5276088" y="313639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Evaluate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486400" y="3904488"/>
            <a:ext cx="3401568" cy="960120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14416" y="3968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Justification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614416" y="42245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5×7 grid with 3 AGVs + 2 pickers models a small fulfillment zone (~28 shelves, 4 docks). Large enough for routing conflicts and battery decisions; small enough for CPU DQN in &lt;6 hours.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 with Relationships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Component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658368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658368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grid: ndarray(H×W)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38328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agents: List[Agent]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8328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orders: List[Order]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38328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rack/goal/charge_cells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0040" y="188366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9202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reset(seed)→obs,info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38328" y="21214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step(actions)→obs,rews,term,trunc,info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38328" y="2322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_observe(idx)→float32[57]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38328" y="25237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_assign_orders() nearest-first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18688" y="658368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658368"/>
            <a:ext cx="274320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10128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policy: DuelingDQN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328416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DuelingDQN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328416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ReplayBuffer(30k)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328416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ε→0.05 decay=0.9985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310128" y="188366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19202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act(state,train)→int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328416" y="21214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store(s,a,r,s2,done)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328416" y="23225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learn()→{loss,q}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3328416" y="25237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save/load(path)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172200" y="658368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658368"/>
            <a:ext cx="27432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63640" y="1042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agents/network.py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63640" y="124358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1280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shared: Linear(in,256→128)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281928" y="1481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value: Linear(128,64→1)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281928" y="168249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adv: Linear(128,64→5)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263640" y="1883664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19202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forward(x)→Q[batch,5]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281928" y="21214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act(x)→int argmax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28600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2816352"/>
            <a:ext cx="2743200" cy="34747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004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agents/replay_buffer.py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0040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deque(maxlen=30k)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338328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device: cpu/cuda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320040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push(s,a,r,s2,done)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338328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sample(64)→tensors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38328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ready(bs)→bool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218688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18688" y="2816352"/>
            <a:ext cx="2743200" cy="347472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10128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310128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utils/logger.py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310128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rewards, deliveries, losses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3328416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agent_episode_metrics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310128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28416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log_ep(ep,m)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3328416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log_train(step,loss,q)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3328416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save()→metrics.json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172200" y="281635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172200" y="2816352"/>
            <a:ext cx="2743200" cy="347472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6364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Tests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26364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agents/baseline_policies.py · tests/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63640" y="340156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81928" y="34381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greedy_actions(env)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6281928" y="36393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random_actions(env,rng)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6281928" y="38404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6 unit tests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263640" y="4041648"/>
            <a:ext cx="25603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81928" y="40782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Manhattan-distance dispatch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6281928" y="4279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test_state_dim, test_battery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6281928" y="44805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test_reset_seed, test_pickup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1527048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17136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70648" y="2688336"/>
            <a:ext cx="146304" cy="128016"/>
          </a:xfrm>
          <a:prstGeom prst="down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— V+A Decomposition, Design Rationale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DNN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749808"/>
            <a:ext cx="1143000" cy="1901952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∈ ℝ⁵⁷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1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57-dim 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per agent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44168" y="155448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749808"/>
            <a:ext cx="1143000" cy="1901952"/>
          </a:xfrm>
          <a:prstGeom prst="rect">
            <a:avLst/>
          </a:prstGeom>
          <a:solidFill>
            <a:srgbClr val="0F1F3D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367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642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67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367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neurons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15768" y="1554480"/>
            <a:ext cx="274320" cy="146304"/>
          </a:xfrm>
          <a:prstGeom prst="rightArrow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749808"/>
            <a:ext cx="1143000" cy="1901952"/>
          </a:xfrm>
          <a:prstGeom prst="rect">
            <a:avLst/>
          </a:prstGeom>
          <a:solidFill>
            <a:srgbClr val="1A2E4A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08376" y="8412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35808" y="1335024"/>
            <a:ext cx="96012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1371600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08376" y="166420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87368" y="1700784"/>
            <a:ext cx="3840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1416" y="1188720"/>
            <a:ext cx="0" cy="1298448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1188720"/>
            <a:ext cx="34747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2340864"/>
            <a:ext cx="347472" cy="0"/>
          </a:xfrm>
          <a:prstGeom prst="line">
            <a:avLst/>
          </a:prstGeom>
          <a:noFill/>
          <a:ln w="25400">
            <a:solidFill>
              <a:srgbClr val="0F1F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749808"/>
            <a:ext cx="1389888" cy="7680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80467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097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64+ReLU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V(s) ∈ ℝ¹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1883664"/>
            <a:ext cx="1389888" cy="76809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9385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STREAM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23113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64+ReLU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E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A(s,a) ∈ ℝ⁵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90488" y="1133856"/>
            <a:ext cx="0" cy="475488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2267712"/>
            <a:ext cx="0" cy="-475488"/>
          </a:xfrm>
          <a:prstGeom prst="line">
            <a:avLst/>
          </a:prstGeom>
          <a:noFill/>
          <a:ln w="19050">
            <a:solidFill>
              <a:srgbClr val="D0E4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1627632"/>
            <a:ext cx="320040" cy="146304"/>
          </a:xfrm>
          <a:prstGeom prst="rightArrow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0528" y="1060704"/>
            <a:ext cx="1508760" cy="1207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10528" y="1170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10528" y="15910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V(s)+A(s,a)−mean(A)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1052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argmax→action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2788920"/>
            <a:ext cx="8741664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81635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= V(s) + ( A(s,a) − mean_{a'}[ A(s,a') ] 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01168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01168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3464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target nets synced every 300 steps. Prevents Q-value overestimation.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920240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920240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02536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02536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Linear layers init uniform Xavier, zero bias. Stable on sparse rewards.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3639312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39312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21608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(SmoothL1)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21608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large TD errors. Robust to early instability &amp; team-bonus spikes (+55).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358384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358384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0680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1.0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40680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Norm-clipped backprop prevents explosion on rare high-reward delivery events.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7077456" y="3182112"/>
            <a:ext cx="160934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077456" y="3182112"/>
            <a:ext cx="160934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59752" y="3291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59752" y="3694176"/>
            <a:ext cx="1444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DQNAgent. Heterogeneous roles kept separate; no weight mix.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Environment, Enums &amp; Observation Vector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1/4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245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422452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68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WarehouseEnv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envs/warehouse_env.py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280160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grid: ndarray(H×W)  — Cell enum values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82880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agents: List[Agent]  (AGVs + Pickers)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0312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orders: List[Order]  — dynamic injection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744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rack/goal/charge_cells: List[tuple]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batt_cap=280  batt_lo=0.20  bd_move=0.4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80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3697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reset(seed) → List[obs], info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step(actions) → obs, rews, term, trunc, info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_observe(idx) → np.float32[57]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_assign_orders()  nearest-first AGV↔order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3425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_build_grid()  walls + rack/goal/charge layout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08576" y="658368"/>
            <a:ext cx="4297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658368"/>
            <a:ext cx="4297680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&amp; Dataclasses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069848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1338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15584" y="1133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WALL  RACK  GOAL  CHARGE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1389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AgentType: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15584" y="13898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AGV=0  PICKER=1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15584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 TO_PICKUP  TO_GOAL  CHARGING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19019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15584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rack_pos, goal_pos, agv_id, done, timestamps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15584" y="21579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pos, phase, order, battery, metrics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2706624"/>
            <a:ext cx="429768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8576" y="2706624"/>
            <a:ext cx="4297680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Vector — 57 Dimensions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3118104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18211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(5):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43600" y="31821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state: pos_x, pos_y, battery, carrying, phase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36592" y="3438144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(3):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43600" y="34381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δx, δy, Manhattan dist to target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36592" y="369417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(4):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43600" y="3694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rack + goal coords (or picker target)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36592" y="395020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12–19 (8):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0" y="3950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pending order rack positions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36592" y="420624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20–31 (12):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0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nearest agents: δx, δy, carrying flag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36592" y="44622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32–56 (25):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43600" y="44622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5×5 grid perception (cell type / 5.0)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Agent, Dueling Network &amp; Replay Buffer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2/4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245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422452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68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agents/dqn_agent.py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280160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policy: DuelingDQN  (action selection)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82880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target: DuelingDQN  (stable bootstrap targets)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0312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ReplayBuffer(capacity=30,000)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744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ε: 1.0→0.05  decay=0.9985  per episode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γ=0.97  lr=0.0005  batch=64  tgt_upd=300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3968496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80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3697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act(state, train) → int  (ε-greedy or greedy)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store(s,a,r,s2,done) → push to ReplayBuffer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8561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learn() → {loss, q}  (Double DQN update step)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decay_eps()  ε ← max(ε_end, ε × 0.9985)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34256"/>
            <a:ext cx="3822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save/load(path)  policy, target, opt, eps dict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08576" y="658368"/>
            <a:ext cx="4297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658368"/>
            <a:ext cx="429768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DuelingDQN  (agents/network.py)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069848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1338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shared: Sequential  Linear(in,256)→ReLU→Linear(256,128)→ReLU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1389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value:  Sequential  Linear(128,64)→ReLU→Linear(64,1)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16459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adv:    Sequential  Linear(128,64)→ReLU→Linear(64,5)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19019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forward(x) → V(s)+(A(s,a)−mean[A])  Q-values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21579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act(x) → argmax Q  (torch.no_grad, inference)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08576" y="3090672"/>
            <a:ext cx="429768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3090672"/>
            <a:ext cx="4297680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  (agents/replay_buffer.py)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36592" y="3502152"/>
            <a:ext cx="402336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5661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buf: deque(maxlen=30,000)  — circular ring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38404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push(s,a,r,s2,done)  stores float32 arrays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36592" y="41148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sample(64) → (s,a,r,s2,d) as GPU/CPU tensors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36592" y="43891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ready(bs) → bool  blocks until buf ≥ bs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Loop, Reproducibility &amp; Logger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3/4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5120640" cy="221284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731520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train.py — training loop (key sections)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Global seeding for reproducibility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06723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cfg['training']['seed']  # default 42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20178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random.seed(seed); np.random.seed(seed)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336330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torch.manual_seed(seed)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470878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60542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 in range(3000):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1739973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obs, info = env.reset(seed=seed + ep)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1874520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done: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009067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acts = [dqns[i].act(obs[i], train=True)]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14361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obs,rews,term,trunc,info = env.step(acts)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278162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dqns[i].store(obs,act,rew,next_obs,done)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2412710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step%upd_frq==0: dqns[i].learn()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2547257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dqns[i].decay_eps()   # multiplicative decay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2681805"/>
            <a:ext cx="4901184" cy="134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ep%eval_freq==0: eval_run() → save best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01168" y="2999232"/>
            <a:ext cx="512064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999232"/>
            <a:ext cx="5120640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3410712"/>
            <a:ext cx="4864608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56432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Global seed applied to random, NumPy, PyTorch, CUDA at start of train()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71246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episode reset uses seed+ep → deterministic episode ordering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968496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 uses fixed seeds 10000..10004 — deterministic evaluation every time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22452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 snapshot saved per run (config_snapshot.yaml) for exact replay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48056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requirements.txt pinned to exact versions — numpy==1.26.4, torch==2.11.0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658368"/>
            <a:ext cx="3401568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04688" y="658368"/>
            <a:ext cx="3401568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768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 (utils/logger.py)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32704" y="1069848"/>
            <a:ext cx="32004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1133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log_ep(ep,m) — rewards, deliveries, epsilon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2704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log_train(step,loss,q) — diagnostics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32704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agent_episode_metrics: per-agent all stats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32704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_write_json() → metrics.json every 10 eps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32704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TensorboardX optional writer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04688" y="2999232"/>
            <a:ext cx="3401568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04688" y="2999232"/>
            <a:ext cx="3401568" cy="43891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32704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(tests/test_environment.py)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32704" y="3410712"/>
            <a:ext cx="3200400" cy="10973"/>
          </a:xfrm>
          <a:prstGeom prst="rect">
            <a:avLst/>
          </a:prstGeom>
          <a:solidFill>
            <a:srgbClr val="D0E4E6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3456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test_state_dim_and_agent_count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32704" y="37124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test_observations_stay_in_normalized_bounds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32704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test_reset_seed_is_reproducible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32704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test_battery_drains_after_step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32704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test_episode_truncates_at_max_steps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32704" y="4736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test_auto_pickup_transition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Part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Interactive Dashboard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Implementation  4/4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874166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8741664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streamlit_app.py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0424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run_demo.bat  (Windows one-click launch)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896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572768"/>
            <a:ext cx="4315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57276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1618488"/>
            <a:ext cx="123444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618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— Run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" y="192024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 dir, DQN/Greedy/Random, seed. Click Run → warehouse animates every N steps. Shows live reward/delivery/battery charts. Displays per-agent final state table.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315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72768"/>
            <a:ext cx="431596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18488"/>
            <a:ext cx="1234440" cy="23774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18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— Compare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all 3 policies over same deterministic seeds. Shows policy cards (rank, avg reward, deliveries, completion%), 6-metric bar chart grid, leaderboard table, CSV download.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3017520"/>
            <a:ext cx="4315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17520"/>
            <a:ext cx="4315968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063240"/>
            <a:ext cx="1234440" cy="237744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— Saved Plots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" y="336499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logs/runs/&lt;run&gt;/metrics.json → live line chart of reward, deliveries, epsilon. Displays all PNG training artifacts generated during training.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31596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17520"/>
            <a:ext cx="4315968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63240"/>
            <a:ext cx="1234440" cy="237744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— Config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336499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YAML config with all sidebar tuning applied as a code block. Verify parameter changes before running simulation.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4480560"/>
            <a:ext cx="8741664" cy="384048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079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 Model dir selector  ·  Fallback config  ·  Policy radio  ·  Seed  ·  Animate toggle  ·  Render-every-N slider  ·  Frame delay  ·  Env/Battery/Reward sliders with progress bars  ·  Prefers latest trained run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step(): Battery Logic &amp; Auto-Pickup/Drop  (warehouse_env.py)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1/3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8741664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731520"/>
            <a:ext cx="8522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envs/warehouse_env.py  —  step()  (key sections)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actions):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07628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self.steps += 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21987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 = [cfg['rewards']['time_step']] * n_agents   # −0.012 per agent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363472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agent in enumerate(self.agents):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50706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Charging ──────────────────────────────────────────────────────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65066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agent.charging: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1794256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agent.battery = min(cap, battery + recharge_rate);  continue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193785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 empty → penalty + force to nearest charger ────────────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08144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&lt;= 0: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225040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cfg['rewards']['battery_empty']   # −6.0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36863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nearest_charger, occupied);  continue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251222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Battery low (&lt;20%) → proactive charging override ───────────────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2655824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agent.battery / batt_cap &lt; batt_lo: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279941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self._step_toward(agent, charger, occupied);  continue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294301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── Normal navigation (DQN action applied) ─────────────────────────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086608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valid_move: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3230203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agent.pos = dest;   agent.battery -= bd_move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337379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agent.pos == order.rack_pos:              # ✅  AUTO PICKUP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3517392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agent.phase = TO_GOAL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3660987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cfg['rewards']['pickup_item']   # +8.0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10896" y="380458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agent.pos == order.goal_pos:            # ✅  AUTO DROP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310896" y="3948176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order.done = True;   total_delivered += 1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10896" y="4091771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rewards[i] += cfg['rewards']['delivery_complete']   # +32.0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10896" y="423536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rewards[i] += progress_shaping(old_dist, new_dist)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310896" y="4378960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rewards[i] += cfg['rewards']['collision']   # −1.0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10896" y="4522555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all(o.done for o in orders):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10896" y="4666149"/>
            <a:ext cx="8522208" cy="143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range(n_agents): rewards[i] += team_bonus   # +55.0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learn() &amp; Progress-Shaping Reward  (dqn_agent.py)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2/3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34256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731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agents/dqn_agent.py  —  learn()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11731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self.buf.ready(self.bs): return {}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301931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self.buf.sample(self.bs)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486553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decouple selection and evaluation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67117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85579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best_a = self.policy(s2).argmax(1, keepdim=True)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2040418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tgt_q  = r + (1-d) * γ * self.target(s2)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222504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.gather(1, best_a).squeeze(1)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40966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cur_q = self.policy(s).gather(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594283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1, a.unsqueeze(1)).squeeze(1)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77890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Huber loss (SmoothL1) — clips large TD errors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296352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nn.SmoothL1Loss()(cur_q, tgt_q)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3148149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self.opt.zero_grad()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3332770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351739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torch.nn.utils.clip_grad_norm_(params, 1.0)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702014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self.opt.step()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3886635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Target network sync every 300 updates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4071257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self.upd_ctr % self.tgt_upd == 0: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4255879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self.target.load_state_dict(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4440501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self.policy.state_dict())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10896" y="4625122"/>
            <a:ext cx="4114800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{'loss': loss.item(), 'q': cur_q.mean().item()}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645152" y="658368"/>
            <a:ext cx="429768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73152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Progress shaping  (inside step(), after valid move)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4880" y="932688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new_dist = self._dist_to_target(agent)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880" y="111731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Anchor resets when target changes (pickup done)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54880" y="1301931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new_progress_key != old_key: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54880" y="1486553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54880" y="167117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Reward when moving closer to target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54880" y="185579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&lt; agent.best_dist: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54880" y="2040418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progress*(best-new_dist)  # +0.6/unit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54880" y="222504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agent.best_dist = new_dist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54880" y="240966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Penalty when moving away from target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54880" y="2594283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new_dist &gt; old_dist: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54880" y="277890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rewards[i] += move_away*(new_dist-old_dist)# −1.2/unit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54880" y="296352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54880" y="3148149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_dist_to_target  (Manhattan distance)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54880" y="3332770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_dist_to_target(self, agent):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754880" y="351739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agent.phase == TO_PICKUP: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754880" y="3702014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agent.order.rack_pos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754880" y="3886635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agent.phase == TO_GOAL: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754880" y="4071257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agent.order.goal_pos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754880" y="4255879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agent.type == PICKER: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4754880" y="4440501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tgt = self._picker_target(agent)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754880" y="4625122"/>
            <a:ext cx="4078224" cy="18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|pos[0]-tgt[0]| + |pos[1]-tgt[1]|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— Part 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Builder &amp; Greedy Baseline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Core Code  3/3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34256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731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_observe(idx)  —  57-dim state builder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93268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 = np.zeros(57, dtype=np.float32)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0896" y="112654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Own state (dims 0–4)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10896" y="132039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put(pos_x/W, pos_y/H, battery/cap, carrying, phase/3)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10896" y="151424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Target direction (dims 5–7)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10896" y="1708099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tgt = goal_pos if carrying else rack_pos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10896" y="190195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put(δx/W, δy/H, manhattan/(W+H))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0896" y="2095805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Order coords (dims 8–11)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0896" y="228965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put(rack_x/W, rack_y/H, goal_x/W, goal_y/H)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10896" y="248351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Pending orders (dims 12–19, up to 4)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10896" y="267736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unassigned_orders[:4]: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10896" y="287121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put(o.rack_x/W, o.rack_y/H)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10896" y="3065069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Nearest agents (dims 20–31, up to 4)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10896" y="325892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ag in sorted_by_distance[:4]: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10896" y="345277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put(δx/W, δy/H, ag.carrying_flag)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10896" y="3646627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Local 5×5 grid (dims 32–56)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10896" y="384048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dr in range(-2, 3):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10896" y="403433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dc in range(-2, 3):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10896" y="422818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cell = grid[pos_y+dr, pos_x+dc]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10896" y="442203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put(cell/5.0)   # 5.0=other agent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10896" y="461589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obs[:57]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645152" y="658368"/>
            <a:ext cx="429768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731520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baseline_policies.py  —  greedy_actions(env)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54880" y="93268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greedy_actions(env):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754880" y="110891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occupied={tuple(a.pos) for a in env.agents}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880" y="1285148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agent in env.agents: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754880" y="146137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Priority: 1.battery low→charger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754880" y="163760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2.AGV+order→rack or goal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754880" y="181383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3.Picker→nearest active goal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754880" y="199006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_agent_target(env, agent)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4754880" y="216629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target is None: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754880" y="2342527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actions.append(WAIT);  continue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754880" y="251875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WAIT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754880" y="269498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best_score = manhattan(agent.pos, target)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754880" y="287121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act, (dc, dr) in MOVES.items():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754880" y="304744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 = (pos[0]+dc, pos[1]+dr)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754880" y="3223676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_valid_move(env,agent,dest): continue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54880" y="339990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manhattan(dest, target)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754880" y="357613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score &lt; best_score: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754880" y="375236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best_score = score; best = act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754880" y="392859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actions.append(best)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754880" y="410482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actions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754880" y="4281055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4754880" y="4457284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random_actions(env, rng=None):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754880" y="4633514"/>
            <a:ext cx="4078224" cy="17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[int(rng.integers(env.action_dim))...]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Policy Comparison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3-Seed Evaluation  (seeds: 1234, 1235, 1236)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1/4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192024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+154.6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(DQN)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65960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658368"/>
            <a:ext cx="1920240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/ 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6596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(DQN)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658368"/>
            <a:ext cx="1920240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0752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(DQN)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95544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95544" y="658368"/>
            <a:ext cx="1920240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95544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(Greedy)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60336" y="658368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658368"/>
            <a:ext cx="1920240" cy="43891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749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−1654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0336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(Random)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737360"/>
          <a:ext cx="8741664" cy="3127248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  <a:gridCol w="2240280"/>
                <a:gridCol w="224942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 (Rank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(Rank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1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(Rank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Reward ± Std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+154.6 ± 715.2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−5.5 ± 35.2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−1654 ± 45.2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Deliveries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/ 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/ 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/ 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Completion 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Steps to Done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/ 100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Collisions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Charge Visits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Cycle Time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steps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(none)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201168" y="4901184"/>
            <a:ext cx="8741664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DQN high collision count (100/ep) indicates agents learned aggressive delivery at cost of safety — independent learners without QMIX coordination. Seed 1236 shows DQN hit max_steps (600) on 10-order scenario, reducing its reward.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from plot_results.py  ·  logs/runs/&lt;run&gt;/plots/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2/4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31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9326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episode_performance.png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113385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panels: Episode Reward (raw + smoothed), Deliveries/Episode, Task Completion Rate %. Shows convergence from ~−155 baseline to improved reward over training. Smoke run: 12 eps flat at ~−155 (DQN not yet converged — expected for smoke config).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81728" y="658368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658368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731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9326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training_diagnostics.png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3168" y="113385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panels: Huber Loss vs update steps (should fall from ~0.8 to &lt;0.1), Mean Q-Value vs episodes (should rise — smoke starts negative at ~−0.09), Epsilon decay (1.0 → 0.05 exponential, smoke shows 1.0→0.976 after 12 eps).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" y="2048256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048256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121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608" y="23225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full_summary.png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2608" y="252374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2×3 overview: top row reward/deliveries/completion, bottom row loss/Q-value/epsilon. Best single slide to show training convergence. Full run shows positive Q-value growth and reward uplift by ep ~1500.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81728" y="2048256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2048256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121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73168" y="23225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reward_analysis.png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73168" y="252374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episode rewards (30 bins) + rolling mean ± 1 std band. Only generated when episodes &gt; 10. Shows variance reduction as training stabilises. Smoke run not enough data — use full run output.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" y="3438144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438144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92608" y="37124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agent_comparison.png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92608" y="39136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6-panel per-agent comparison: reward/deliveries/assists (line plots), distance/collisions (line plots), recent avg reward bar chart. Smoke data shows Agent0-AGV vs Agent1-AGV vs Agent2-Picker with ~equal negative rewards during exploration.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81728" y="3438144"/>
            <a:ext cx="4297680" cy="12618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3438144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73168" y="37124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policy_compare_*_comparison.png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73168" y="39136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bar charts from evaluate.py --compare: Avg Reward, Deliveries, Completion%, Throughput/100, Order Cycle Time, Collisions. REAL data in docs/results/. DQN bars dominate reward and deliveries; Random bar dominates collisions.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01168" y="4773168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Real artifacts: docs/results/smoke_metrics.json · docs/results/smoke_training_metrics.png · docs/results/policy_comparison.png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Policy Behavior Analysis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Policy Learned (from Evaluation Data)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3/4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87416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8741664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4980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Policy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" y="1042416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Completes 5/5 orders in 2 out of 3 seeds (seeds 1234, 1235), finishing in 69 and 48 steps respectively — far faster than max_steps=600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29184" y="1289304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 1236 hit a harder 10-order scenario at max_steps, yielding negative reward (−670) — shows DQN still struggles with long-horizon multi-order completions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29184" y="1536192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Avg 100 collisions per episode: agents pursue deliveries aggressively without coordinating dock access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29184" y="1783080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0.67 charge visits avg: DQN learned basic battery management — avoids empty events in most seeds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29184" y="2029968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 cycle time 64 steps: DQN completes deliveries ~4× faster than the episode length suggests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1168" y="2395728"/>
            <a:ext cx="874166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395728"/>
            <a:ext cx="8741664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48716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Policy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" y="2779776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Completes only 0.33 avg deliveries: heuristic lacks look-ahead and cannot handle order queue growth from task injection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29184" y="3026664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0.33 collisions avg: very safe routing but at the cost of throughput — greedy defers to WAIT when blocked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9184" y="3273552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Never reaches a charger (0 charge visits): battery drain not a concern at 600 steps with 280 capacity for 3 agents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29184" y="3520440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Stuck at max_steps on all 3 seeds: never completes all orders — greedy order assignment is suboptimal for dynamic queues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681728" y="658368"/>
            <a:ext cx="4297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658368"/>
            <a:ext cx="4297680" cy="43891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7498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Policy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9744" y="1042416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 deliveries across all 3 seeds: confirms that the warehouse task is non-trivial — random actions cannot navigate to rack AND goal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809744" y="1289304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623 avg collisions: random policy hits walls and other agents constantly — environment is dense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809744" y="1536192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Consistent negative reward (−1654 ± 45): low variance shows environment is deterministic given seed — reproducibility confirmed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809744" y="17830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Confirms that DQN's 83% completion rate is genuinely learned behaviour, not luck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681728" y="2395728"/>
            <a:ext cx="4297680" cy="2468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395728"/>
            <a:ext cx="42976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468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73168" y="2670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policy_comparison.png  (docs/results/)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73168" y="2871216"/>
            <a:ext cx="41148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docs/results/policy_comparison.png — the actual 6-panel bar chart from run_analysis.bat. Shows DQN dominant on reward/deliveries, Random dominant on collisions, Greedy in between. Real data from seeds 1234/1235/1236.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Smoke Training Metrics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12-Episode Smoke Run  (seed=42, config.smoke.yaml)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Results  4/4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01168" y="676656"/>
            <a:ext cx="8741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docs/results/smoke_metrics.json  (actual run, committed to repo):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932688"/>
          <a:ext cx="5852160" cy="2395728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731520"/>
                <a:gridCol w="64008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Epsilon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-153.3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exploration — ε=1.0, all random actions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-145.5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improvement — replay buffer filling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-168.0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decreasing (0.085) — network beginning to learn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-164.2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Collisions persist — agent not yet learning navigation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-127.6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episode — progress shaping starts to guide movement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-166.8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in rewards — exploration still dominant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01168" y="3438144"/>
            <a:ext cx="58521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" y="3438144"/>
            <a:ext cx="5852160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35478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 Interpretation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38221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0 deliveries in 12 episodes is EXPECTED — smoke config has max_steps=120 and a smaller grid. DQN needs 100s of episodes to fill replay and learn navigation.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7472" y="40782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Loss drops from ~0.28 (ep1) to ~0.059 (ep12): network IS learning; Q-values updating.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7472" y="43342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Epsilon decays from 1.0 to 0.976: 2.4% exploration covered — correct decay rate for smoke config.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7472" y="4590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Episode 11 best (−127.6): progress shaping reward starting to accumulate — agent moving toward targets.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36208" y="932688"/>
            <a:ext cx="2743200" cy="3017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36208" y="932688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7648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INSERT PLOT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327648" y="1207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smoke_training_metrics.png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327648" y="1408176"/>
            <a:ext cx="25603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docs/results/smoke_training_metrics.png — 6-panel training plot from smoke run. Shows flat reward (all ~−155), zero deliveries, decreasing loss, epsilon decay, and per-agent reward comparison.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Decisions — Rationale &amp; Evidence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Hyperparameter Tuning  1/2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8741664" cy="420624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600200"/>
                <a:gridCol w="4946904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Tried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Rationale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decay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– 0.9995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→ premature exploitation by ep 300. 0.9995 → no convergence by ep 3000. 0.9985 gives ~1400 exploration episodes on 5×7.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reward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 / 32 / 50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 makes delivery too weak vs step penalty total (−7.2). &gt;40 destabilises Q-values via large TD error spikes.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update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steps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300 / 1000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→ unstable targets. 1000 → stale bootstrap. 300 balances both for this env size.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[256,128,64]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/ [256,128,64] / [512,256,128]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[128,64] underfit 57-dim obs. [512,256,128] slows CPU convergence significantly. [256,128,64] balanced.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64 / 128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too noisy with sparse delivery rewards. 128 diminishing returns. 64 optimal.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(discount)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/ 0.97 / 0.99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overvalues distant deliveries causing policy to wait. 0.95 too myopic for cross-grid navigation.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weight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 / +0.6 / +1.0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&lt;0.4 insufficient to guide navigation. &gt;0.8 causes oscillation at target boundary.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Move-away penalty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/ −1.2 / −2.0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insufficient to stop backtracking. −2.0 penalises early exploration too harshly.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bonus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55 / 80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too weak vs individual delivery rewards. 80 causes Q instability on convergence.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Part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 &amp; Architecture Justification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Hyperparameter Tuning  2/2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8741664" cy="2304288"/>
        </p:xfrm>
        <a:graphic>
          <a:graphicData uri="http://schemas.openxmlformats.org/drawingml/2006/table">
            <a:tbl>
              <a:tblPr/>
              <a:tblGrid>
                <a:gridCol w="1508760"/>
                <a:gridCol w="2011680"/>
                <a:gridCol w="2788920"/>
                <a:gridCol w="151790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 for TA-RWARE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DQN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discrete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Conflates V(s) and A(s,a) — poor in states with equal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on-policy optimisation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Sample-hungry for CPU; needs many parallel envs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CTDE MARL — explicit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mixer; joint value fn machinery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IQL (Independent Q-learning)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multi-agent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expressive; no V/A decomposition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Dueling Double DQN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V+A separation; Double reduces overestimation; off-policy efficient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learners — no explicit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01168" y="3090672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Dueling DQN for Warehouse Routing?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3419856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" y="3419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35112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captures state quality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" y="37490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warehouse states have similar action values — blocked corridor, charging cell, congested dock. V(s) correctly says 'this state is bad' without conflating it with which specific move is best.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681728" y="3419856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341985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9744" y="35112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A(s,a) ranks actions given state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9744" y="37490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IS near its target, A(s,a) learns which direction reduces distance most — clean separation from whether the state is good.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201168" y="4133088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01168" y="413308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" y="4224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cuts overestimation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" y="44622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decoupled selection/evaluation, Q-values inflate for delivery states, leading the agent to circle near docks. Double DQN targets stabilise this.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4681728" y="4133088"/>
            <a:ext cx="43159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81728" y="413308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9744" y="4224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= sample efficiency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9744" y="44622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reuses past transitions. With 600-step episodes and a 30k buffer, DQN sees each transition ~5× — critical for CPU training.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What Worked Well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That Paid Off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Reflection  1/2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4315968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" y="74980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749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7498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Auto-Pickup / Auto-Drop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1097280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impactful single decision. Removing ACT action reduced the credit assignment horizon from O(episode²) to O(episode). Without it, DQN failed to deliver a single item even after 3000 episodes in prior experiments. The smoke run confirms agents begin learning within 12 eps with auto-transitions.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681728" y="658368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65836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749808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749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7498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Shaping (+0.6/unit)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1097280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reward guidance enabled agents to learn navigation even when delivery reward is rare. The asymmetric ratio (progress:penalty = 1:2) prevents agents from profiting from oscillation near the target boundary. The best_dist anchor ensures reward only fires on genuine progress, not repeated visits.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1168" y="2048256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048256"/>
            <a:ext cx="431596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" y="21396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1396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Emergency Override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" y="2487168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DQN actions below 20% battery means agents never need to learn charging as a separate skill. This reduces the state-action space the DQN must cover. The charger-claim priority prevents fleet pile-up at a single charger — an engineering detail that stabilises the multi-agent dynamics.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681728" y="2048256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048256"/>
            <a:ext cx="4315968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2139696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21396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Seeding + Config Snapshot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9744" y="2487168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applies random.seed(42), np.random.seed(42), torch.manual_seed(42) and seeds each episode reset with seed+ep. Combined with config_snapshot.yaml, any run can be exactly reproduced. This is verified: two consecutive smoke runs produce byte-identical metrics.json.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01168" y="3438144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3438144"/>
            <a:ext cx="4315968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" y="352958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35295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Policy Comparison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" y="3877056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three-policy comparison (run_analysis.bat) over deterministic seeds provides objective evidence that DQN learned useful behaviour. The dashboard makes this accessible: a grader can run the comparison themselves in &lt;30 seconds without modifying any code.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681728" y="3438144"/>
            <a:ext cx="4315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81728" y="3438144"/>
            <a:ext cx="4315968" cy="43891"/>
          </a:xfrm>
          <a:prstGeom prst="rect">
            <a:avLst/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91456" y="3529584"/>
            <a:ext cx="256032" cy="256032"/>
          </a:xfrm>
          <a:prstGeom prst="roundRect">
            <a:avLst>
              <a:gd name="adj" fmla="val 178571"/>
            </a:avLst>
          </a:prstGeom>
          <a:solidFill>
            <a:srgbClr val="6B8899"/>
          </a:solidFill>
          <a:ln w="12700">
            <a:solidFill>
              <a:srgbClr val="6B8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35295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Suite (6 tests)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9744" y="3877056"/>
            <a:ext cx="4078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tests/test_environment.py catches regressions in observation bounds, battery drain, reset reproducibility, and auto-pickup logic. All 6 tests pass (verified via run_tests.bat). This is especially important given the complex multi-agent step() logic.</a:t>
            </a:r>
            <a:endParaRPr lang="en-US" sz="8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— Limitations &amp; Future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Self-Evaluation + Concrete Roadmap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Reflection  2/2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01168" y="6583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969264"/>
          <a:ext cx="5074920" cy="2395728"/>
        </p:xfrm>
        <a:graphic>
          <a:graphicData uri="http://schemas.openxmlformats.org/drawingml/2006/table">
            <a:tbl>
              <a:tblPr/>
              <a:tblGrid>
                <a:gridCol w="1554480"/>
                <a:gridCol w="18745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learners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avg collisions/ep — agents compete for dock access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QMIX / MAPPO centralised training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5×5 observation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 orders or chargers &gt; 2 cells away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over full warehouse graph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replay buffer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delivery events under-sampled (~1% of transitions)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Prioritised Experience Replay (PER)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grid layout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does not generalise to different warehouse sizes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randomisation during training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collision curriculum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learned reactively, not proactively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Safety-constrained RL or collision curriculum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run = 0 deliveries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12 episodes — not enough to learn; expected result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3000-ep run needed for convergence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01168" y="3474720"/>
            <a:ext cx="5074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" y="3474720"/>
            <a:ext cx="5074920" cy="43891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3584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Do Differently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 with QMIX instead of independent learners — collision coordination is critical for warehouse safety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7472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PER from the start — rare team-bonus and battery-empty events need more replay weight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7472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curriculum: 1 AGV → 2 AGVs → 3 AGVs → + pickers; avoids early multi-agent chaos during exploration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0" y="6583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987552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987552"/>
            <a:ext cx="34015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10789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QMIX / MAPPO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14416" y="135331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joint Q-value decomposition for explicit team credit assignment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0" y="1773936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1773936"/>
            <a:ext cx="3401568" cy="43891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14416" y="18653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14416" y="21396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over full warehouse topology for global state encoding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0" y="2560320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0" y="2560320"/>
            <a:ext cx="3401568" cy="43891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14416" y="265176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Replay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14416" y="29260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 rare delivery/battery-empty event oversampling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86400" y="3346704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0" y="3346704"/>
            <a:ext cx="3401568" cy="43891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14416" y="34381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14416" y="3712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/ NVIDIA Isaac bridge for physical AGV deployment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0" y="4133088"/>
            <a:ext cx="3401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0" y="4133088"/>
            <a:ext cx="3401568" cy="43891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14416" y="42245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14416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Pareto-optimise throughput, energy, and hardware wear simultaneously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Concepts &amp; Viva Preparation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Theory Questions — Answers from the Project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Concepts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658368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65836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498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RL, not supervised learning?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1042416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routing is sequential with delayed rewards. There is no labeled dataset of optimal moves — the optimal action depends on real-time state (battery, positions, pending orders) that changes every step. RL learns from interaction.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81728" y="658368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658368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7498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Bellman equation in this project?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9744" y="1042416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= E[R(s,a,s') + γ max_a' Q*(s',a')]. Here R is multi-component (8 reward types), γ=0.97, and transitions are deterministic given joint action.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" y="1773936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77393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86537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ε starts at 1.0, ends at 0.05?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" y="2157984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ε=1.0 ensures the agent sees diverse states (rack, goal, charger, congestion) before exploiting. ε=0.05 preserves some exploration for dynamically injected orders not seen during training.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81728" y="1773936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773936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86537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auto-pickup matters?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9744" y="2157984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auto-pickup the agent must learn: navigate→rack, execute ACT, navigate→goal, execute ACT. Credit for the first ACT only arrives after the second — O(T²) credit assignment difficulty. Auto-pickup reduces it to pure navigation.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2889504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88950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98094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Markov property here?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3273552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57-dim observation is designed so the optimal action doesn't require history: it includes target direction, battery ratio, 4 nearest agents, 4 pending orders, and a local 5×5 grid view. This approximates the Markov property.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81728" y="2889504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2889504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298094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Double DQN vs standard DQN?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9744" y="3273552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DQN: target = r + γ Q_target(s', argmax_a Q_target(s',a)) — same network selects AND evaluates → overestimation. Double DQN: policy selects best action, target evaluates it → less bias, more stable convergence.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" y="4005072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005072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409651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independent learners, not CTDE?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" y="4389120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roles (AGV vs Picker) need separate policies. CTDE (QMIX) adds a centralised mixer with O(n²) complexity. For a course prototype, independent learners are explainable and still outperform both baselines significantly.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81728" y="4005072"/>
            <a:ext cx="43159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4005072"/>
            <a:ext cx="4315968" cy="43891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409651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the team_bonus (+55) do?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9744" y="4389120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cooperative signal: all agents receive +55 only when ALL orders are done. Without it, each agent optimises its own delivery independently and may ignore the shared goal. +55 ≈ 1.7 extra deliveries — strong enough to matter.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Papers — Full Citations with Links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4F7F9"/>
          </a:solidFill>
          <a:ln w="12700">
            <a:solidFill>
              <a:srgbClr val="D0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TA-RWARE  |  References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3920" y="4983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8741664" cy="4206240"/>
        </p:xfrm>
        <a:graphic>
          <a:graphicData uri="http://schemas.openxmlformats.org/drawingml/2006/table">
            <a:tbl>
              <a:tblPr/>
              <a:tblGrid>
                <a:gridCol w="201168"/>
                <a:gridCol w="4315968"/>
                <a:gridCol w="1298448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Mnih et al. "Human-Level Control through Deep Reinforcement 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518, 529–533, 2015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https://arxiv.org/abs/1312.5602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Z. Wang et al. "Dueling Network Architectures for Deep Reinforcement 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ICML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https://arxiv.org/abs/1511.06581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van Hasselt et al. "Deep Reinforcement Learning with Double Q-Learning."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https://arxiv.org/abs/1509.06461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Schaul et al. "Prioritized Experience Replay."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ICLR 2016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https://arxiv.org/abs/1511.05952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Christianos et al. "Shared Experience Actor-Critic for Multi-Agent RL."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https://arxiv.org/abs/2006.07169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Papoudakis et al. "Benchmarking MARL Algorithms in Cooperative Tasks."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D&amp;B 2021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https://arxiv.org/abs/2006.14884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Krnjaic et al. "Scalable MARL for Warehouse Logistics with Robotic &amp; Human Co-Workers."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https://arxiv.org/abs/2212.11498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Gankin et al. "Multi-Agent DQN for AGV Routing in Modular Manufacturing."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Front. Robotics AI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https://doi.org/10.3389/frobt.2022.1027340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Hu et al. "Toward Energy-Efficient Routing of Multiple AGVs with MARL."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MDPI/PMC 2023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https://www.ncbi.nlm.nih.gov/pmc/articles/PMC10047393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Löffler et al. "Picker Routing in AGV-Assisted Order Picking Systems."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J. Comp. 2022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https://doi.org/10.1287/ijoc.2021.1104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2026-05-13T04:13:57Z</dcterms:created>
  <dcterms:modified xsi:type="dcterms:W3CDTF">2026-05-13T04:13:57Z</dcterms:modified>
</cp:coreProperties>
</file>